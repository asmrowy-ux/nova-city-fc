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7FFF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Wicher Gdynia / Nova City FC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FFFD4"/>
                </a:solidFill>
              </a:rPr>
              <a:t>Nowa era cyfrowa dla Twojego Klubu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Szybka, nowoczesna i skalowalna platforma internetowa (Next.js + Sanity)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 zbudowaliśmy?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To nie jest kolejna zwykła strona z szablonu. Zbudowaliśmy aplikację internetową typu Custom-built, stworzoną od zera w najnowszych technologiach (Next.js 15).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FFFD4"/>
                </a:solidFill>
              </a:rPr>
              <a:t>✅ Kosmiczna wydajność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FFFD4"/>
                </a:solidFill>
              </a:rPr>
              <a:t>✅ Design Premium (Dark/Light mode)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FFFD4"/>
                </a:solidFill>
              </a:rPr>
              <a:t>✅ Globalny zasięg (Wielojęzyczność i18n)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7FFFD4"/>
                </a:solidFill>
              </a:rPr>
              <a:t>✅ Modułowość (Mecze, Sztab, Tabele)</a:t>
            </a:r>
            <a:endParaRPr lang="en-US" sz="1600" dirty="0"/>
          </a:p>
        </p:txBody>
      </p:sp>
      <p:pic>
        <p:nvPicPr>
          <p:cNvPr id="5" name="Image 0" descr="home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Zarządzanie Treścią (Sanity CMS)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FFD4"/>
                </a:solidFill>
              </a:rPr>
              <a:t>Pełna kontrola w Twoich rękach – bez proszenia programisty.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Pożegnaj wolnego, zacinającego się WordPressa. Zintegrowaliśmy system Sanity CMS – narzędzie klasy Enterprise (Headless CMS).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Prostota obsługi: Dodawaj mecze, zawodników i wiadomości w kilka kliknięć.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Moduł boiska: Ręczne ustawianie składu wyjściowej XI na grafice.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Globalny Fallback: System awaryjnie pobierze polskie teksty, jeśli brakuje angielskich.</a:t>
            </a:r>
            <a:endParaRPr lang="en-US" sz="1600" dirty="0"/>
          </a:p>
        </p:txBody>
      </p:sp>
      <p:pic>
        <p:nvPicPr>
          <p:cNvPr id="5" name="Image 0" descr="staff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SEO i Niezawodność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FFD4"/>
                </a:solidFill>
              </a:rPr>
              <a:t>Bądź pierwszy w Google.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Server-Side Rendering (SSR): Błyskawiczna indeksacja wyników i aktualności w wyszukiwarkach.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Bezpieczeństwo: Brak bazy danych na froncie i wtyczek sprawia, że strona jest wysoce odporna na ataki hakerskie.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• Mobile First: Działa perfekcyjnie na komórkach (80% ruchu kibiców).</a:t>
            </a:r>
            <a:endParaRPr lang="en-US" sz="1600" dirty="0"/>
          </a:p>
        </p:txBody>
      </p:sp>
      <p:pic>
        <p:nvPicPr>
          <p:cNvPr id="5" name="Image 0" descr="matches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 dalej? (Możliwości Rozwoju)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FFD4"/>
                </a:solidFill>
              </a:rPr>
              <a:t>To dopiero początek. Platforma, która rośnie z Wami.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</a:rPr>
              <a:t>• E-Commerce (Sklep): Integracja do sprzedaży koszulek i gadżetów.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</a:rPr>
              <a:t>• Bilety (Ticketing): Własny moduł sprzedaży biletów.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</a:rPr>
              <a:t>• Aplikacja PWA: Możliwość zainstalowania strony na telefonie.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</a:rPr>
              <a:t>• Akademia: Dedykowane panele dla graczy i rodziców.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Dlaczego to inwestycja, która się zwraca?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FFD4"/>
                </a:solidFill>
              </a:rPr>
              <a:t>Premium Design = Premium Sponsorzy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Klub piłkarski to marka. Kiedy sponsor wchodzi na stronę i widzi przestarzały, wolny system, wycenia wartość klubu niżej.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Kiedy widzi błyskawiczną, animowaną, wielojęzyczną platformę o standardach Ligi Mistrzów – klub od razu zyskuje pozycję w negocjacjach sponsorskich.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2026-07-04T17:52:29Z</dcterms:created>
  <dcterms:modified xsi:type="dcterms:W3CDTF">2026-07-04T17:52:29Z</dcterms:modified>
</cp:coreProperties>
</file>